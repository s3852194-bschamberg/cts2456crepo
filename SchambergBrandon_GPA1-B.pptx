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3505CD-EEE7-CF74-3473-7B191A89C931}" v="56" dt="2026-05-12T01:36:38.6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72" d="100"/>
          <a:sy n="72" d="100"/>
        </p:scale>
        <p:origin x="54" y="8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hamberg, Brandon" userId="S::s3852194@students.fscj.edu::e7eca6b5-b442-4c15-b86d-bafe971eba4e" providerId="AD" clId="Web-{413505CD-EEE7-CF74-3473-7B191A89C931}"/>
    <pc:docChg chg="addSld modSld">
      <pc:chgData name="Schamberg, Brandon" userId="S::s3852194@students.fscj.edu::e7eca6b5-b442-4c15-b86d-bafe971eba4e" providerId="AD" clId="Web-{413505CD-EEE7-CF74-3473-7B191A89C931}" dt="2026-05-12T01:36:38.674" v="50" actId="14100"/>
      <pc:docMkLst>
        <pc:docMk/>
      </pc:docMkLst>
      <pc:sldChg chg="modSp">
        <pc:chgData name="Schamberg, Brandon" userId="S::s3852194@students.fscj.edu::e7eca6b5-b442-4c15-b86d-bafe971eba4e" providerId="AD" clId="Web-{413505CD-EEE7-CF74-3473-7B191A89C931}" dt="2026-05-12T01:16:30.555" v="20" actId="20577"/>
        <pc:sldMkLst>
          <pc:docMk/>
          <pc:sldMk cId="109857222" sldId="256"/>
        </pc:sldMkLst>
        <pc:spChg chg="mod">
          <ac:chgData name="Schamberg, Brandon" userId="S::s3852194@students.fscj.edu::e7eca6b5-b442-4c15-b86d-bafe971eba4e" providerId="AD" clId="Web-{413505CD-EEE7-CF74-3473-7B191A89C931}" dt="2026-05-12T01:16:17.788" v="3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Schamberg, Brandon" userId="S::s3852194@students.fscj.edu::e7eca6b5-b442-4c15-b86d-bafe971eba4e" providerId="AD" clId="Web-{413505CD-EEE7-CF74-3473-7B191A89C931}" dt="2026-05-12T01:16:30.555" v="20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addSp delSp modSp new">
        <pc:chgData name="Schamberg, Brandon" userId="S::s3852194@students.fscj.edu::e7eca6b5-b442-4c15-b86d-bafe971eba4e" providerId="AD" clId="Web-{413505CD-EEE7-CF74-3473-7B191A89C931}" dt="2026-05-12T01:35:28.156" v="38" actId="1076"/>
        <pc:sldMkLst>
          <pc:docMk/>
          <pc:sldMk cId="4123625700" sldId="257"/>
        </pc:sldMkLst>
        <pc:spChg chg="del mod">
          <ac:chgData name="Schamberg, Brandon" userId="S::s3852194@students.fscj.edu::e7eca6b5-b442-4c15-b86d-bafe971eba4e" providerId="AD" clId="Web-{413505CD-EEE7-CF74-3473-7B191A89C931}" dt="2026-05-12T01:35:21.562" v="37"/>
          <ac:spMkLst>
            <pc:docMk/>
            <pc:sldMk cId="4123625700" sldId="257"/>
            <ac:spMk id="2" creationId="{EC5FDFD8-2C0A-3D98-CD18-3C5829204D4B}"/>
          </ac:spMkLst>
        </pc:spChg>
        <pc:spChg chg="del">
          <ac:chgData name="Schamberg, Brandon" userId="S::s3852194@students.fscj.edu::e7eca6b5-b442-4c15-b86d-bafe971eba4e" providerId="AD" clId="Web-{413505CD-EEE7-CF74-3473-7B191A89C931}" dt="2026-05-12T01:26:49.061" v="22"/>
          <ac:spMkLst>
            <pc:docMk/>
            <pc:sldMk cId="4123625700" sldId="257"/>
            <ac:spMk id="3" creationId="{9F10F598-1E59-3856-B05B-CFE7DB4B2E0F}"/>
          </ac:spMkLst>
        </pc:spChg>
        <pc:picChg chg="add mod ord">
          <ac:chgData name="Schamberg, Brandon" userId="S::s3852194@students.fscj.edu::e7eca6b5-b442-4c15-b86d-bafe971eba4e" providerId="AD" clId="Web-{413505CD-EEE7-CF74-3473-7B191A89C931}" dt="2026-05-12T01:35:28.156" v="38" actId="1076"/>
          <ac:picMkLst>
            <pc:docMk/>
            <pc:sldMk cId="4123625700" sldId="257"/>
            <ac:picMk id="4" creationId="{C5B57D66-7B5F-597D-CEE3-CA1A7DDEF7BA}"/>
          </ac:picMkLst>
        </pc:picChg>
      </pc:sldChg>
      <pc:sldChg chg="addSp delSp modSp new">
        <pc:chgData name="Schamberg, Brandon" userId="S::s3852194@students.fscj.edu::e7eca6b5-b442-4c15-b86d-bafe971eba4e" providerId="AD" clId="Web-{413505CD-EEE7-CF74-3473-7B191A89C931}" dt="2026-05-12T01:36:21.173" v="47" actId="14100"/>
        <pc:sldMkLst>
          <pc:docMk/>
          <pc:sldMk cId="3446873805" sldId="258"/>
        </pc:sldMkLst>
        <pc:spChg chg="del">
          <ac:chgData name="Schamberg, Brandon" userId="S::s3852194@students.fscj.edu::e7eca6b5-b442-4c15-b86d-bafe971eba4e" providerId="AD" clId="Web-{413505CD-EEE7-CF74-3473-7B191A89C931}" dt="2026-05-12T01:35:35.484" v="39"/>
          <ac:spMkLst>
            <pc:docMk/>
            <pc:sldMk cId="3446873805" sldId="258"/>
            <ac:spMk id="2" creationId="{712F9AE6-02E6-5F90-D16B-F58902D3A273}"/>
          </ac:spMkLst>
        </pc:spChg>
        <pc:spChg chg="del">
          <ac:chgData name="Schamberg, Brandon" userId="S::s3852194@students.fscj.edu::e7eca6b5-b442-4c15-b86d-bafe971eba4e" providerId="AD" clId="Web-{413505CD-EEE7-CF74-3473-7B191A89C931}" dt="2026-05-12T01:30:06.488" v="24"/>
          <ac:spMkLst>
            <pc:docMk/>
            <pc:sldMk cId="3446873805" sldId="258"/>
            <ac:spMk id="3" creationId="{1652D490-728F-6E93-688E-8514AD0AEFA9}"/>
          </ac:spMkLst>
        </pc:spChg>
        <pc:spChg chg="add del mod">
          <ac:chgData name="Schamberg, Brandon" userId="S::s3852194@students.fscj.edu::e7eca6b5-b442-4c15-b86d-bafe971eba4e" providerId="AD" clId="Web-{413505CD-EEE7-CF74-3473-7B191A89C931}" dt="2026-05-12T01:30:30.192" v="26"/>
          <ac:spMkLst>
            <pc:docMk/>
            <pc:sldMk cId="3446873805" sldId="258"/>
            <ac:spMk id="6" creationId="{CBCC71C5-002F-730B-40DA-9EE40A40FBAC}"/>
          </ac:spMkLst>
        </pc:spChg>
        <pc:picChg chg="add del mod ord">
          <ac:chgData name="Schamberg, Brandon" userId="S::s3852194@students.fscj.edu::e7eca6b5-b442-4c15-b86d-bafe971eba4e" providerId="AD" clId="Web-{413505CD-EEE7-CF74-3473-7B191A89C931}" dt="2026-05-12T01:30:11.879" v="25"/>
          <ac:picMkLst>
            <pc:docMk/>
            <pc:sldMk cId="3446873805" sldId="258"/>
            <ac:picMk id="4" creationId="{712A84C2-4908-8E9F-7069-7508ADB03197}"/>
          </ac:picMkLst>
        </pc:picChg>
        <pc:picChg chg="add mod ord">
          <ac:chgData name="Schamberg, Brandon" userId="S::s3852194@students.fscj.edu::e7eca6b5-b442-4c15-b86d-bafe971eba4e" providerId="AD" clId="Web-{413505CD-EEE7-CF74-3473-7B191A89C931}" dt="2026-05-12T01:36:21.173" v="47" actId="14100"/>
          <ac:picMkLst>
            <pc:docMk/>
            <pc:sldMk cId="3446873805" sldId="258"/>
            <ac:picMk id="7" creationId="{0BDDCF6F-593C-B744-15D1-0A6E8281A5F3}"/>
          </ac:picMkLst>
        </pc:picChg>
      </pc:sldChg>
      <pc:sldChg chg="addSp delSp modSp new">
        <pc:chgData name="Schamberg, Brandon" userId="S::s3852194@students.fscj.edu::e7eca6b5-b442-4c15-b86d-bafe971eba4e" providerId="AD" clId="Web-{413505CD-EEE7-CF74-3473-7B191A89C931}" dt="2026-05-12T01:36:38.674" v="50" actId="14100"/>
        <pc:sldMkLst>
          <pc:docMk/>
          <pc:sldMk cId="425771240" sldId="259"/>
        </pc:sldMkLst>
        <pc:spChg chg="del">
          <ac:chgData name="Schamberg, Brandon" userId="S::s3852194@students.fscj.edu::e7eca6b5-b442-4c15-b86d-bafe971eba4e" providerId="AD" clId="Web-{413505CD-EEE7-CF74-3473-7B191A89C931}" dt="2026-05-12T01:35:42.312" v="40"/>
          <ac:spMkLst>
            <pc:docMk/>
            <pc:sldMk cId="425771240" sldId="259"/>
            <ac:spMk id="2" creationId="{173637AF-904D-81FA-47E0-83B4FF27FD36}"/>
          </ac:spMkLst>
        </pc:spChg>
        <pc:spChg chg="del">
          <ac:chgData name="Schamberg, Brandon" userId="S::s3852194@students.fscj.edu::e7eca6b5-b442-4c15-b86d-bafe971eba4e" providerId="AD" clId="Web-{413505CD-EEE7-CF74-3473-7B191A89C931}" dt="2026-05-12T01:33:25.822" v="28"/>
          <ac:spMkLst>
            <pc:docMk/>
            <pc:sldMk cId="425771240" sldId="259"/>
            <ac:spMk id="3" creationId="{0CC4EE17-EAD4-0DC7-9434-8A6D3FC89B47}"/>
          </ac:spMkLst>
        </pc:spChg>
        <pc:spChg chg="add del mod">
          <ac:chgData name="Schamberg, Brandon" userId="S::s3852194@students.fscj.edu::e7eca6b5-b442-4c15-b86d-bafe971eba4e" providerId="AD" clId="Web-{413505CD-EEE7-CF74-3473-7B191A89C931}" dt="2026-05-12T01:33:44.698" v="30"/>
          <ac:spMkLst>
            <pc:docMk/>
            <pc:sldMk cId="425771240" sldId="259"/>
            <ac:spMk id="6" creationId="{88813DF4-FD36-F434-928C-2DAB8EAFEBC8}"/>
          </ac:spMkLst>
        </pc:spChg>
        <pc:picChg chg="add del mod ord">
          <ac:chgData name="Schamberg, Brandon" userId="S::s3852194@students.fscj.edu::e7eca6b5-b442-4c15-b86d-bafe971eba4e" providerId="AD" clId="Web-{413505CD-EEE7-CF74-3473-7B191A89C931}" dt="2026-05-12T01:33:28.415" v="29"/>
          <ac:picMkLst>
            <pc:docMk/>
            <pc:sldMk cId="425771240" sldId="259"/>
            <ac:picMk id="4" creationId="{3E66CD27-7115-9F7A-F732-CAAA02C92C38}"/>
          </ac:picMkLst>
        </pc:picChg>
        <pc:picChg chg="add mod ord">
          <ac:chgData name="Schamberg, Brandon" userId="S::s3852194@students.fscj.edu::e7eca6b5-b442-4c15-b86d-bafe971eba4e" providerId="AD" clId="Web-{413505CD-EEE7-CF74-3473-7B191A89C931}" dt="2026-05-12T01:36:38.674" v="50" actId="14100"/>
          <ac:picMkLst>
            <pc:docMk/>
            <pc:sldMk cId="425771240" sldId="259"/>
            <ac:picMk id="7" creationId="{BFC01BE5-4BD1-6B62-0084-EEDFF459A62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GPA1-B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5/11/2026</a:t>
            </a:r>
          </a:p>
          <a:p>
            <a:r>
              <a:rPr lang="en-US"/>
              <a:t>Brandon Schamberg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table with numbers and letters&#10;&#10;AI-generated content may be incorrect.">
            <a:extLst>
              <a:ext uri="{FF2B5EF4-FFF2-40B4-BE49-F238E27FC236}">
                <a16:creationId xmlns:a16="http://schemas.microsoft.com/office/drawing/2014/main" id="{C5B57D66-7B5F-597D-CEE3-CA1A7DDEF7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8643" y="176477"/>
            <a:ext cx="11594715" cy="6510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625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A table with numbers and text&#10;&#10;AI-generated content may be incorrect.">
            <a:extLst>
              <a:ext uri="{FF2B5EF4-FFF2-40B4-BE49-F238E27FC236}">
                <a16:creationId xmlns:a16="http://schemas.microsoft.com/office/drawing/2014/main" id="{0BDDCF6F-593C-B744-15D1-0A6E8281A5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058" y="1862019"/>
            <a:ext cx="12194116" cy="3139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873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FC01BE5-4BD1-6B62-0084-EEDFF459A6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828" y="3488"/>
            <a:ext cx="12195656" cy="6333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712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1B00C-E278-47DF-ABF4-872D8AFBA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added for git diff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F66023-B4F2-44B8-8F83-4C918682D2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2435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9</Words>
  <Application>Microsoft Office PowerPoint</Application>
  <PresentationFormat>Widescreen</PresentationFormat>
  <Paragraphs>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GPA1-B</vt:lpstr>
      <vt:lpstr>PowerPoint Presentation</vt:lpstr>
      <vt:lpstr>PowerPoint Presentation</vt:lpstr>
      <vt:lpstr>PowerPoint Presentation</vt:lpstr>
      <vt:lpstr>Text added for git diff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GPA1-B</dc:title>
  <dc:creator/>
  <cp:lastModifiedBy>Schamberg, Brandon</cp:lastModifiedBy>
  <cp:revision>33</cp:revision>
  <dcterms:created xsi:type="dcterms:W3CDTF">2026-05-12T01:15:18Z</dcterms:created>
  <dcterms:modified xsi:type="dcterms:W3CDTF">2026-07-24T00:52:48Z</dcterms:modified>
</cp:coreProperties>
</file>